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33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the project title, tools used, and the dataset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project. Invite questions. Mention tools: MySQL, Power BI,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B6E7A">
              <a:alpha val="30000"/>
            </a:srgbClr>
          </a:solidFill>
          <a:ln w="12700">
            <a:solidFill>
              <a:srgbClr val="0B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8C9A">
              <a:alpha val="25000"/>
            </a:srgbClr>
          </a:solidFill>
          <a:ln w="12700">
            <a:solidFill>
              <a:srgbClr val="1A8C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</a:rPr>
              <a:t>CDACL-006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SQL &amp; Power BI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CDACL-006 Market Analysis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794760"/>
            <a:ext cx="1335024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7947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3794760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0B6E7A"/>
          </a:solidFill>
          <a:ln w="12700">
            <a:solidFill>
              <a:srgbClr val="E6F4F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Microsoft Excel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Datamites / CDAC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By: </a:t>
            </a:r>
            <a:r>
              <a:rPr lang="en-US" sz="1100" dirty="0" err="1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Priyanaka</a:t>
            </a:r>
            <a:r>
              <a:rPr lang="en-US" sz="1100" dirty="0">
                <a:solidFill>
                  <a:srgbClr val="7C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5661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0B6E7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611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73936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purchasing behavior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494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top-performing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98064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61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customer loyalty &amp; retention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73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inventory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201168" cy="20116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85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marketing effectiveness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09728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purchasing behavior and product performance to improve customer satisfaction and business growth.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large volumes of transactional data that require systematic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04688" y="12984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ordering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2128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22128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reorder behavior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2128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04688" y="22128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peak purchase periods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127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1272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department and aisle performance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31272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31272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insights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4041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24128" y="40416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strategy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633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65192" y="3932785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4688" y="3931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strategy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30352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Orders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Customer orders with timing info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name, department, aisle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Departments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 product categories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Aisles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134 product subcategories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Order Products Prior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Purchase history (3M+ records)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943600" y="1097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33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1097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1133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240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276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2240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0" y="2276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3832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3419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94360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98080" y="337809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89520" y="3429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589520" y="385815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Techniques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/ LEFT JOIN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05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ORDER BY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/ DISTINCTCOUNT()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5351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53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953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/ SUM() / MIN() / MAX()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6499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Nested Queries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764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776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8795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87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4187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1430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6217920" y="1325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SQL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265176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743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Analyzed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 10 most ordered products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Customers with highest reorder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Peak ordering hours &amp; days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Department-wise product count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Average days between orders per user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8BA4C-1FA6-C8C6-6D5E-3BCC13E0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"/>
            <a:ext cx="9144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7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0972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1152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1521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~3M+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7007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Total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7007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63,100+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22494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Total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22494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7980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Departments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2798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2918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3467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 Aisles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33467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8404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895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Avg Days Between Orders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38953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days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Strong engagement, high transaction volume, and large product catalog demonstrate healthy retail operations.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A7EF457-1AA6-0FEC-E22B-0D4AF3E25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21195"/>
            <a:ext cx="5760720" cy="3318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207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59.5% Repeat Purchase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801368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865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Average Order Size ≈ 10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459736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523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Most customers reorder within 11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3118104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Customer loyalty is strong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776472"/>
            <a:ext cx="32461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Repeat purchases drive revenue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87F1D1-302E-C2D9-B1B3-8BF05B5E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1" y="1143000"/>
            <a:ext cx="5397452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28016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🥬  Produce dept. dominates inventory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5740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🍌  Fresh fruits &amp; vegetables are top aisles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83464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Frequently reordered = strong demand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3611880"/>
            <a:ext cx="324612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Small product groups drive most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438912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440740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Rate: 59.5%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763C5F-B919-F7E5-FCA9-1ACAC1FF2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2" y="1280160"/>
            <a:ext cx="5301418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Insights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Insights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C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18872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243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Peak Hour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2029968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Peak 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350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2871216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Top Reordered Product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3191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3712464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Largest Department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40325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C222FB-CB49-DE11-991B-49E584F8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" y="1198692"/>
            <a:ext cx="5415545" cy="3199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Customers reorder frequently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Reorder Rate = 59.5%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Average Order Size ≈ 10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Orders concentrated within 2 weeks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customer loyalty observed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🥬 Product Findings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Produce department performs best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Banana is the most reordered product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Fresh produce dominates top aisles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 loyalty is high (59.5%)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21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Small product groups = most orders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Marketing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92224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190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promotions between 10 AM–2 PM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customer loyalty programs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6700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offers using reorder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1455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high-demand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94176"/>
            <a:ext cx="182880" cy="182880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6210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Saturday weekend campaigns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Strategy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92224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7190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stock for top-selling products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267712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demand forecasting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74320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26700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stock-outs in Produce dept.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218688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1455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Banana &amp; fresh produce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694176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36210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early warning for supply gaps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Technical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Large dataset handling (3M+ rows)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67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Complex multi-table JOIN queries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426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DAX measure creation in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cleaning &amp;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93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Dashboard performance optimization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Challenges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Understanding customer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Translating business questions to KPIs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Creating actionable data insights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Choosing the right visualizations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to classify customers by behavior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0B6E7A">
              <a:alpha val="85000"/>
            </a:srgbClr>
          </a:solidFill>
          <a:ln w="12700">
            <a:solidFill>
              <a:srgbClr val="0B6E7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products based on purchase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325880"/>
            <a:ext cx="502920" cy="502920"/>
          </a:xfrm>
          <a:prstGeom prst="ellipse">
            <a:avLst/>
          </a:prstGeom>
          <a:solidFill>
            <a:srgbClr val="047857">
              <a:alpha val="85000"/>
            </a:srgbClr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325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prediction for future demand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overstock &amp; prevent stock-outs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154680"/>
            <a:ext cx="502920" cy="502920"/>
          </a:xfrm>
          <a:prstGeom prst="ellipse">
            <a:avLst/>
          </a:prstGeom>
          <a:solidFill>
            <a:srgbClr val="B91C1C">
              <a:alpha val="85000"/>
            </a:srgbClr>
          </a:solidFill>
          <a:ln w="12700">
            <a:solidFill>
              <a:srgbClr val="B91C1C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6908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customers early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15468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7033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streaming with live data feeds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B6E7A">
              <a:alpha val="25000"/>
            </a:srgbClr>
          </a:solidFill>
          <a:ln w="12700">
            <a:solidFill>
              <a:srgbClr val="0B6E7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560320" cy="2560320"/>
          </a:xfrm>
          <a:prstGeom prst="ellipse">
            <a:avLst/>
          </a:prstGeom>
          <a:solidFill>
            <a:srgbClr val="1A8C9A">
              <a:alpha val="20000"/>
            </a:srgbClr>
          </a:solidFill>
          <a:ln w="12700">
            <a:solidFill>
              <a:srgbClr val="1A8C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7043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1064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customer purchasing behavior across 3M+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5506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73936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099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top-performing products and departments driving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3134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customer loyalty using reorder analysis (59.5% rate)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80944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9169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Power BI dashboards with key KPIs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0B6E7A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84448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520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actionable recommendations to improve customer satisfaction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41605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B6E7A"/>
          </a:solidFill>
          <a:ln w="12700">
            <a:solidFill>
              <a:srgbClr val="1A8C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417880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777</Words>
  <Application>Microsoft Office PowerPoint</Application>
  <PresentationFormat>On-screen Show (16:9)</PresentationFormat>
  <Paragraphs>219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using SQL &amp; Power BI</dc:title>
  <dc:subject>PptxGenJS Presentation</dc:subject>
  <dc:creator>PptxGenJS</dc:creator>
  <cp:lastModifiedBy>Priya Gowda N</cp:lastModifiedBy>
  <cp:revision>3</cp:revision>
  <dcterms:created xsi:type="dcterms:W3CDTF">2026-06-10T09:16:31Z</dcterms:created>
  <dcterms:modified xsi:type="dcterms:W3CDTF">2026-06-15T17:08:16Z</dcterms:modified>
</cp:coreProperties>
</file>